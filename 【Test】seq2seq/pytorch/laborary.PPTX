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9144000" cy="6858000" type="screen4x3"/>
  <p:notesSz cx="6799263" cy="9929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BACC6"/>
    <a:srgbClr val="8064A2"/>
    <a:srgbClr val="9BBB59"/>
    <a:srgbClr val="C0504D"/>
    <a:srgbClr val="FF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5262" autoAdjust="0"/>
  </p:normalViewPr>
  <p:slideViewPr>
    <p:cSldViewPr>
      <p:cViewPr varScale="1">
        <p:scale>
          <a:sx n="106" d="100"/>
          <a:sy n="106" d="100"/>
        </p:scale>
        <p:origin x="68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1343" y="1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52540-E45B-4DEA-8D1A-8CA1325FF6BB}" type="datetimeFigureOut">
              <a:rPr kumimoji="1" lang="ja-JP" altLang="en-US" smtClean="0"/>
              <a:t>2019/1/7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1343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435F2-584B-4A6B-A460-F0806B1F2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622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651FE-6C8D-4D68-8B28-A84E61BEE02F}" type="datetimeFigureOut">
              <a:rPr kumimoji="1" lang="ja-JP" altLang="en-US" smtClean="0"/>
              <a:t>2019/1/7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72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927" y="4716662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1343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16720-3897-4E4D-9BCE-07BA65DD75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51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C412C-F5EE-44DD-BC39-3089CEFE1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05E7D2-14F6-4E18-BBCD-DFFBB2A5C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3C7D1D-E6B0-4F50-B0BB-27A14B44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CFE8-D330-4875-924C-EFACAE93DEAA}" type="datetime1">
              <a:rPr kumimoji="1" lang="ja-JP" altLang="en-US" smtClean="0"/>
              <a:t>2019/1/7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89DA07-28C8-4A35-B471-14BEC9FC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22EEB-4C18-4A26-AEAF-42295332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F1A813-812E-44B7-9F55-5ED03CA09103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135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1343" y="211101"/>
            <a:ext cx="8229600" cy="532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352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2CFE8-D330-4875-924C-EFACAE93DEAA}" type="datetime1">
              <a:rPr kumimoji="1" lang="ja-JP" altLang="en-US" smtClean="0"/>
              <a:t>2019/1/7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pic>
        <p:nvPicPr>
          <p:cNvPr id="8" name="Picture 2" descr="C:\Users\AH27184\Desktop\obi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59" y="794501"/>
            <a:ext cx="8417169" cy="42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9200" y="6530976"/>
            <a:ext cx="2844800" cy="25955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</a:lstStyle>
          <a:p>
            <a:pPr>
              <a:defRPr/>
            </a:pPr>
            <a:fld id="{B5F1A813-812E-44B7-9F55-5ED03CA09103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42AE72-96ED-4DF1-9A68-CF28989C1D1C}"/>
              </a:ext>
            </a:extLst>
          </p:cNvPr>
          <p:cNvSpPr txBox="1"/>
          <p:nvPr userDrawn="1"/>
        </p:nvSpPr>
        <p:spPr bwMode="auto">
          <a:xfrm>
            <a:off x="755576" y="6541556"/>
            <a:ext cx="7632848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DOCOMO Beijing Labs Confidential ©2019 DOCOMO Beijing Communications Laboratories Co., Ltd. All Rights Reserved.</a:t>
            </a:r>
            <a:endParaRPr kumimoji="1" lang="zh-CN" altLang="en-US" sz="110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360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645F5-AFB1-4419-96D9-E9DCA3CD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F1A813-812E-44B7-9F55-5ED03CA09103}" type="slidenum">
              <a:rPr lang="ja-JP" altLang="en-US" smtClean="0"/>
              <a:pPr>
                <a:defRPr/>
              </a:pPr>
              <a:t>1</a:t>
            </a:fld>
            <a:endParaRPr lang="ja-JP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D3CD44-2E11-46EF-90FA-61E3E216A884}"/>
              </a:ext>
            </a:extLst>
          </p:cNvPr>
          <p:cNvSpPr txBox="1"/>
          <p:nvPr/>
        </p:nvSpPr>
        <p:spPr>
          <a:xfrm>
            <a:off x="395536" y="33265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 ①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001B1572-D523-43C2-91EC-D4457ECBCC2A}"/>
              </a:ext>
            </a:extLst>
          </p:cNvPr>
          <p:cNvSpPr/>
          <p:nvPr/>
        </p:nvSpPr>
        <p:spPr>
          <a:xfrm>
            <a:off x="395536" y="3426641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B8BC8EFB-5B34-4931-84B2-CC2A9F02A05B}"/>
              </a:ext>
            </a:extLst>
          </p:cNvPr>
          <p:cNvSpPr/>
          <p:nvPr/>
        </p:nvSpPr>
        <p:spPr>
          <a:xfrm>
            <a:off x="395536" y="4218729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CB9061B-8DDA-4C7B-8284-DF6A0366DEAC}"/>
              </a:ext>
            </a:extLst>
          </p:cNvPr>
          <p:cNvSpPr/>
          <p:nvPr/>
        </p:nvSpPr>
        <p:spPr>
          <a:xfrm>
            <a:off x="1115616" y="3426641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BA8640AE-6B82-469B-9B15-81D29228AAFF}"/>
              </a:ext>
            </a:extLst>
          </p:cNvPr>
          <p:cNvSpPr/>
          <p:nvPr/>
        </p:nvSpPr>
        <p:spPr>
          <a:xfrm>
            <a:off x="1115616" y="4218729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86923344-E1BC-41E8-A5A7-F93738E72F26}"/>
              </a:ext>
            </a:extLst>
          </p:cNvPr>
          <p:cNvSpPr/>
          <p:nvPr/>
        </p:nvSpPr>
        <p:spPr>
          <a:xfrm>
            <a:off x="1835696" y="3426641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A924CB21-7C6D-4FA6-A2AE-E3333F24BD1E}"/>
              </a:ext>
            </a:extLst>
          </p:cNvPr>
          <p:cNvSpPr/>
          <p:nvPr/>
        </p:nvSpPr>
        <p:spPr>
          <a:xfrm>
            <a:off x="1835696" y="4218729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125AE661-8220-4403-ABE8-73B5F33B5CE8}"/>
              </a:ext>
            </a:extLst>
          </p:cNvPr>
          <p:cNvSpPr/>
          <p:nvPr/>
        </p:nvSpPr>
        <p:spPr>
          <a:xfrm>
            <a:off x="2555776" y="3426641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C42265AA-9E10-4EB8-99A9-2E3D7F2500DC}"/>
              </a:ext>
            </a:extLst>
          </p:cNvPr>
          <p:cNvSpPr/>
          <p:nvPr/>
        </p:nvSpPr>
        <p:spPr>
          <a:xfrm>
            <a:off x="2555776" y="4218729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915DC3E-CBD5-493B-9FA4-17049900F262}"/>
              </a:ext>
            </a:extLst>
          </p:cNvPr>
          <p:cNvSpPr/>
          <p:nvPr/>
        </p:nvSpPr>
        <p:spPr>
          <a:xfrm>
            <a:off x="3273288" y="3426641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F43A1E26-46B8-40F4-A7E1-57AB9FFBC43D}"/>
              </a:ext>
            </a:extLst>
          </p:cNvPr>
          <p:cNvSpPr/>
          <p:nvPr/>
        </p:nvSpPr>
        <p:spPr>
          <a:xfrm>
            <a:off x="3273288" y="4218729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BCC434A9-7246-4443-ABAA-0542698D33A4}"/>
              </a:ext>
            </a:extLst>
          </p:cNvPr>
          <p:cNvSpPr/>
          <p:nvPr/>
        </p:nvSpPr>
        <p:spPr>
          <a:xfrm>
            <a:off x="3990800" y="3426641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37D26DE1-61C0-4459-BE3F-901D701318F9}"/>
              </a:ext>
            </a:extLst>
          </p:cNvPr>
          <p:cNvSpPr/>
          <p:nvPr/>
        </p:nvSpPr>
        <p:spPr>
          <a:xfrm>
            <a:off x="3990800" y="4218729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8C8E8EC9-D009-464B-95C1-389B43CAE44D}"/>
              </a:ext>
            </a:extLst>
          </p:cNvPr>
          <p:cNvCxnSpPr>
            <a:stCxn id="176" idx="3"/>
            <a:endCxn id="179" idx="1"/>
          </p:cNvCxnSpPr>
          <p:nvPr/>
        </p:nvCxnSpPr>
        <p:spPr>
          <a:xfrm>
            <a:off x="971600" y="3570657"/>
            <a:ext cx="144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43C073EC-8B67-4DB4-8710-A68097161185}"/>
              </a:ext>
            </a:extLst>
          </p:cNvPr>
          <p:cNvCxnSpPr>
            <a:stCxn id="179" idx="3"/>
            <a:endCxn id="181" idx="1"/>
          </p:cNvCxnSpPr>
          <p:nvPr/>
        </p:nvCxnSpPr>
        <p:spPr>
          <a:xfrm>
            <a:off x="1691680" y="3570657"/>
            <a:ext cx="144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A575E324-5762-4E47-A5EA-9B3C6091FC79}"/>
              </a:ext>
            </a:extLst>
          </p:cNvPr>
          <p:cNvCxnSpPr>
            <a:stCxn id="181" idx="3"/>
            <a:endCxn id="183" idx="1"/>
          </p:cNvCxnSpPr>
          <p:nvPr/>
        </p:nvCxnSpPr>
        <p:spPr>
          <a:xfrm>
            <a:off x="2411760" y="3570657"/>
            <a:ext cx="144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8DFFA63D-6BD2-41E6-BB68-B529A0999605}"/>
              </a:ext>
            </a:extLst>
          </p:cNvPr>
          <p:cNvCxnSpPr>
            <a:stCxn id="183" idx="3"/>
            <a:endCxn id="185" idx="1"/>
          </p:cNvCxnSpPr>
          <p:nvPr/>
        </p:nvCxnSpPr>
        <p:spPr>
          <a:xfrm>
            <a:off x="3131840" y="3570657"/>
            <a:ext cx="141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09623E94-EB36-4C16-826E-B73439809313}"/>
              </a:ext>
            </a:extLst>
          </p:cNvPr>
          <p:cNvCxnSpPr>
            <a:stCxn id="185" idx="3"/>
            <a:endCxn id="187" idx="1"/>
          </p:cNvCxnSpPr>
          <p:nvPr/>
        </p:nvCxnSpPr>
        <p:spPr>
          <a:xfrm>
            <a:off x="3849352" y="3570657"/>
            <a:ext cx="141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 199">
            <a:extLst>
              <a:ext uri="{FF2B5EF4-FFF2-40B4-BE49-F238E27FC236}">
                <a16:creationId xmlns:a16="http://schemas.microsoft.com/office/drawing/2014/main" id="{9232E5D1-4274-4E53-BC90-919D6AF09198}"/>
              </a:ext>
            </a:extLst>
          </p:cNvPr>
          <p:cNvSpPr/>
          <p:nvPr/>
        </p:nvSpPr>
        <p:spPr>
          <a:xfrm>
            <a:off x="4932040" y="2564904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2" name="连接符: 肘形 201">
            <a:extLst>
              <a:ext uri="{FF2B5EF4-FFF2-40B4-BE49-F238E27FC236}">
                <a16:creationId xmlns:a16="http://schemas.microsoft.com/office/drawing/2014/main" id="{76981ECD-5405-4F57-B34F-189946A39FF3}"/>
              </a:ext>
            </a:extLst>
          </p:cNvPr>
          <p:cNvCxnSpPr>
            <a:stCxn id="187" idx="3"/>
            <a:endCxn id="200" idx="2"/>
          </p:cNvCxnSpPr>
          <p:nvPr/>
        </p:nvCxnSpPr>
        <p:spPr>
          <a:xfrm flipV="1">
            <a:off x="4566864" y="2852936"/>
            <a:ext cx="653208" cy="7177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40B756A2-59CD-45EA-A2AA-A3A281D45BD2}"/>
              </a:ext>
            </a:extLst>
          </p:cNvPr>
          <p:cNvCxnSpPr>
            <a:endCxn id="200" idx="1"/>
          </p:cNvCxnSpPr>
          <p:nvPr/>
        </p:nvCxnSpPr>
        <p:spPr>
          <a:xfrm>
            <a:off x="4499992" y="270892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矩形 207">
            <a:extLst>
              <a:ext uri="{FF2B5EF4-FFF2-40B4-BE49-F238E27FC236}">
                <a16:creationId xmlns:a16="http://schemas.microsoft.com/office/drawing/2014/main" id="{0B710249-BDEB-4C2F-9783-522E7CF97A63}"/>
              </a:ext>
            </a:extLst>
          </p:cNvPr>
          <p:cNvSpPr/>
          <p:nvPr/>
        </p:nvSpPr>
        <p:spPr>
          <a:xfrm>
            <a:off x="3923929" y="2564904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1720B006-864F-4F62-961E-EA05E93B3977}"/>
              </a:ext>
            </a:extLst>
          </p:cNvPr>
          <p:cNvSpPr/>
          <p:nvPr/>
        </p:nvSpPr>
        <p:spPr>
          <a:xfrm>
            <a:off x="4932040" y="1847184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E4D55644-8235-4B8F-B167-7D0DA20C44DD}"/>
              </a:ext>
            </a:extLst>
          </p:cNvPr>
          <p:cNvCxnSpPr>
            <a:stCxn id="200" idx="0"/>
            <a:endCxn id="209" idx="2"/>
          </p:cNvCxnSpPr>
          <p:nvPr/>
        </p:nvCxnSpPr>
        <p:spPr>
          <a:xfrm flipV="1">
            <a:off x="5220072" y="2135216"/>
            <a:ext cx="0" cy="42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矩形 213">
            <a:extLst>
              <a:ext uri="{FF2B5EF4-FFF2-40B4-BE49-F238E27FC236}">
                <a16:creationId xmlns:a16="http://schemas.microsoft.com/office/drawing/2014/main" id="{85FFD786-08F2-422F-BECD-8E723B121FA1}"/>
              </a:ext>
            </a:extLst>
          </p:cNvPr>
          <p:cNvSpPr/>
          <p:nvPr/>
        </p:nvSpPr>
        <p:spPr>
          <a:xfrm>
            <a:off x="5652119" y="2536640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5750892D-51D9-496E-9ADD-C93A1D506875}"/>
              </a:ext>
            </a:extLst>
          </p:cNvPr>
          <p:cNvSpPr/>
          <p:nvPr/>
        </p:nvSpPr>
        <p:spPr>
          <a:xfrm>
            <a:off x="5652507" y="1831872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cxnSp>
        <p:nvCxnSpPr>
          <p:cNvPr id="218" name="连接符: 肘形 217">
            <a:extLst>
              <a:ext uri="{FF2B5EF4-FFF2-40B4-BE49-F238E27FC236}">
                <a16:creationId xmlns:a16="http://schemas.microsoft.com/office/drawing/2014/main" id="{46C89984-0C44-4ACE-BA76-35EBC8DC04D3}"/>
              </a:ext>
            </a:extLst>
          </p:cNvPr>
          <p:cNvCxnSpPr>
            <a:stCxn id="209" idx="3"/>
            <a:endCxn id="214" idx="2"/>
          </p:cNvCxnSpPr>
          <p:nvPr/>
        </p:nvCxnSpPr>
        <p:spPr>
          <a:xfrm>
            <a:off x="5508104" y="1991200"/>
            <a:ext cx="432047" cy="833472"/>
          </a:xfrm>
          <a:prstGeom prst="bentConnector4">
            <a:avLst>
              <a:gd name="adj1" fmla="val 16666"/>
              <a:gd name="adj2" fmla="val 1274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009C443C-80D5-4C0A-A1CE-93531D139FE9}"/>
              </a:ext>
            </a:extLst>
          </p:cNvPr>
          <p:cNvCxnSpPr>
            <a:stCxn id="214" idx="0"/>
            <a:endCxn id="216" idx="2"/>
          </p:cNvCxnSpPr>
          <p:nvPr/>
        </p:nvCxnSpPr>
        <p:spPr>
          <a:xfrm flipV="1">
            <a:off x="5940151" y="2119904"/>
            <a:ext cx="388" cy="41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>
            <a:extLst>
              <a:ext uri="{FF2B5EF4-FFF2-40B4-BE49-F238E27FC236}">
                <a16:creationId xmlns:a16="http://schemas.microsoft.com/office/drawing/2014/main" id="{360BC663-5907-4687-B82E-3B720034E555}"/>
              </a:ext>
            </a:extLst>
          </p:cNvPr>
          <p:cNvSpPr/>
          <p:nvPr/>
        </p:nvSpPr>
        <p:spPr>
          <a:xfrm>
            <a:off x="6299200" y="2542656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D95CC4DD-8859-49BE-A96E-04D98F5D1D86}"/>
              </a:ext>
            </a:extLst>
          </p:cNvPr>
          <p:cNvSpPr/>
          <p:nvPr/>
        </p:nvSpPr>
        <p:spPr>
          <a:xfrm>
            <a:off x="6299588" y="1837888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E84A4DEA-7769-4FE5-BC7F-4EE34E6307DC}"/>
              </a:ext>
            </a:extLst>
          </p:cNvPr>
          <p:cNvCxnSpPr>
            <a:stCxn id="223" idx="0"/>
            <a:endCxn id="224" idx="2"/>
          </p:cNvCxnSpPr>
          <p:nvPr/>
        </p:nvCxnSpPr>
        <p:spPr>
          <a:xfrm flipV="1">
            <a:off x="6587232" y="2125920"/>
            <a:ext cx="388" cy="41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矩形 225">
            <a:extLst>
              <a:ext uri="{FF2B5EF4-FFF2-40B4-BE49-F238E27FC236}">
                <a16:creationId xmlns:a16="http://schemas.microsoft.com/office/drawing/2014/main" id="{0D03D123-3355-496E-99B9-42FDA5551BD0}"/>
              </a:ext>
            </a:extLst>
          </p:cNvPr>
          <p:cNvSpPr/>
          <p:nvPr/>
        </p:nvSpPr>
        <p:spPr>
          <a:xfrm>
            <a:off x="6945893" y="2536640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CCF44327-96E3-4721-BB5D-AC80F2C16CED}"/>
              </a:ext>
            </a:extLst>
          </p:cNvPr>
          <p:cNvSpPr/>
          <p:nvPr/>
        </p:nvSpPr>
        <p:spPr>
          <a:xfrm>
            <a:off x="6946281" y="1831872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BA5B222E-E5FA-4DEA-9510-7B4723B7FB52}"/>
              </a:ext>
            </a:extLst>
          </p:cNvPr>
          <p:cNvCxnSpPr>
            <a:stCxn id="226" idx="0"/>
            <a:endCxn id="227" idx="2"/>
          </p:cNvCxnSpPr>
          <p:nvPr/>
        </p:nvCxnSpPr>
        <p:spPr>
          <a:xfrm flipV="1">
            <a:off x="7233925" y="2119904"/>
            <a:ext cx="388" cy="41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DA179DF2-5A57-4498-8E01-F3A8EB1D9648}"/>
              </a:ext>
            </a:extLst>
          </p:cNvPr>
          <p:cNvSpPr/>
          <p:nvPr/>
        </p:nvSpPr>
        <p:spPr>
          <a:xfrm>
            <a:off x="7592198" y="2536640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23FB70F1-66B9-46C4-953E-AFAA24BDA1E7}"/>
              </a:ext>
            </a:extLst>
          </p:cNvPr>
          <p:cNvSpPr/>
          <p:nvPr/>
        </p:nvSpPr>
        <p:spPr>
          <a:xfrm>
            <a:off x="7592586" y="1831872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E369804C-ACBB-4B04-A5C9-2A03E9D0F7B2}"/>
              </a:ext>
            </a:extLst>
          </p:cNvPr>
          <p:cNvCxnSpPr>
            <a:cxnSpLocks/>
            <a:stCxn id="229" idx="0"/>
            <a:endCxn id="230" idx="2"/>
          </p:cNvCxnSpPr>
          <p:nvPr/>
        </p:nvCxnSpPr>
        <p:spPr>
          <a:xfrm flipV="1">
            <a:off x="7880230" y="2119904"/>
            <a:ext cx="388" cy="41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 231">
            <a:extLst>
              <a:ext uri="{FF2B5EF4-FFF2-40B4-BE49-F238E27FC236}">
                <a16:creationId xmlns:a16="http://schemas.microsoft.com/office/drawing/2014/main" id="{788117A8-2D4C-457D-886E-6C8F949A2BB5}"/>
              </a:ext>
            </a:extLst>
          </p:cNvPr>
          <p:cNvSpPr/>
          <p:nvPr/>
        </p:nvSpPr>
        <p:spPr>
          <a:xfrm>
            <a:off x="8238503" y="2530624"/>
            <a:ext cx="576064" cy="2880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E8D26800-7A74-4B97-B612-F8C8FD07CD30}"/>
              </a:ext>
            </a:extLst>
          </p:cNvPr>
          <p:cNvSpPr/>
          <p:nvPr/>
        </p:nvSpPr>
        <p:spPr>
          <a:xfrm>
            <a:off x="8238891" y="1825856"/>
            <a:ext cx="576064" cy="2880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47F28C0C-FBC1-4E3C-AEE2-3D7B50F56A41}"/>
              </a:ext>
            </a:extLst>
          </p:cNvPr>
          <p:cNvCxnSpPr>
            <a:stCxn id="232" idx="0"/>
            <a:endCxn id="233" idx="2"/>
          </p:cNvCxnSpPr>
          <p:nvPr/>
        </p:nvCxnSpPr>
        <p:spPr>
          <a:xfrm flipV="1">
            <a:off x="8526535" y="2113888"/>
            <a:ext cx="388" cy="41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连接符: 肘形 235">
            <a:extLst>
              <a:ext uri="{FF2B5EF4-FFF2-40B4-BE49-F238E27FC236}">
                <a16:creationId xmlns:a16="http://schemas.microsoft.com/office/drawing/2014/main" id="{2B473ED0-5BEE-43D0-B3C1-6A6A95302900}"/>
              </a:ext>
            </a:extLst>
          </p:cNvPr>
          <p:cNvCxnSpPr>
            <a:cxnSpLocks/>
            <a:stCxn id="216" idx="3"/>
            <a:endCxn id="223" idx="2"/>
          </p:cNvCxnSpPr>
          <p:nvPr/>
        </p:nvCxnSpPr>
        <p:spPr>
          <a:xfrm>
            <a:off x="6228571" y="1975888"/>
            <a:ext cx="358661" cy="854800"/>
          </a:xfrm>
          <a:prstGeom prst="bentConnector4">
            <a:avLst>
              <a:gd name="adj1" fmla="val 9846"/>
              <a:gd name="adj2" fmla="val 1267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连接符: 肘形 238">
            <a:extLst>
              <a:ext uri="{FF2B5EF4-FFF2-40B4-BE49-F238E27FC236}">
                <a16:creationId xmlns:a16="http://schemas.microsoft.com/office/drawing/2014/main" id="{E38FF7BC-D5E4-493E-AEC6-D17768F439D9}"/>
              </a:ext>
            </a:extLst>
          </p:cNvPr>
          <p:cNvCxnSpPr>
            <a:stCxn id="224" idx="3"/>
            <a:endCxn id="226" idx="2"/>
          </p:cNvCxnSpPr>
          <p:nvPr/>
        </p:nvCxnSpPr>
        <p:spPr>
          <a:xfrm>
            <a:off x="6875652" y="1981904"/>
            <a:ext cx="358273" cy="842768"/>
          </a:xfrm>
          <a:prstGeom prst="bentConnector4">
            <a:avLst>
              <a:gd name="adj1" fmla="val 9803"/>
              <a:gd name="adj2" fmla="val 1271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连接符: 肘形 240">
            <a:extLst>
              <a:ext uri="{FF2B5EF4-FFF2-40B4-BE49-F238E27FC236}">
                <a16:creationId xmlns:a16="http://schemas.microsoft.com/office/drawing/2014/main" id="{95F25DB8-8ADC-424E-BD98-2B97BCA981D3}"/>
              </a:ext>
            </a:extLst>
          </p:cNvPr>
          <p:cNvCxnSpPr>
            <a:stCxn id="227" idx="3"/>
            <a:endCxn id="229" idx="2"/>
          </p:cNvCxnSpPr>
          <p:nvPr/>
        </p:nvCxnSpPr>
        <p:spPr>
          <a:xfrm>
            <a:off x="7522345" y="1975888"/>
            <a:ext cx="357885" cy="848784"/>
          </a:xfrm>
          <a:prstGeom prst="bentConnector4">
            <a:avLst>
              <a:gd name="adj1" fmla="val 9759"/>
              <a:gd name="adj2" fmla="val 1269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6DD86F40-4C56-4302-A231-AFE9F61DA1FE}"/>
              </a:ext>
            </a:extLst>
          </p:cNvPr>
          <p:cNvCxnSpPr>
            <a:cxnSpLocks/>
            <a:stCxn id="230" idx="3"/>
            <a:endCxn id="232" idx="2"/>
          </p:cNvCxnSpPr>
          <p:nvPr/>
        </p:nvCxnSpPr>
        <p:spPr>
          <a:xfrm>
            <a:off x="8168650" y="1975888"/>
            <a:ext cx="357885" cy="842768"/>
          </a:xfrm>
          <a:prstGeom prst="bentConnector4">
            <a:avLst>
              <a:gd name="adj1" fmla="val 9759"/>
              <a:gd name="adj2" fmla="val 1271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5D293919-4DD5-4F24-A8A3-C67DE4BB51B7}"/>
              </a:ext>
            </a:extLst>
          </p:cNvPr>
          <p:cNvCxnSpPr>
            <a:stCxn id="178" idx="0"/>
            <a:endCxn id="176" idx="2"/>
          </p:cNvCxnSpPr>
          <p:nvPr/>
        </p:nvCxnSpPr>
        <p:spPr>
          <a:xfrm flipV="1">
            <a:off x="683568" y="3714673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17BDE2E6-8510-40A1-ACE6-3D4EBFCB92D4}"/>
              </a:ext>
            </a:extLst>
          </p:cNvPr>
          <p:cNvCxnSpPr/>
          <p:nvPr/>
        </p:nvCxnSpPr>
        <p:spPr>
          <a:xfrm flipV="1">
            <a:off x="1403648" y="3714673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947E672F-327B-45FB-9DFF-1D07389CA367}"/>
              </a:ext>
            </a:extLst>
          </p:cNvPr>
          <p:cNvCxnSpPr/>
          <p:nvPr/>
        </p:nvCxnSpPr>
        <p:spPr>
          <a:xfrm flipV="1">
            <a:off x="2123728" y="3714673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2254B057-560A-485A-906B-72FFDDFDF84C}"/>
              </a:ext>
            </a:extLst>
          </p:cNvPr>
          <p:cNvCxnSpPr/>
          <p:nvPr/>
        </p:nvCxnSpPr>
        <p:spPr>
          <a:xfrm flipV="1">
            <a:off x="2843808" y="3714673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C2F654EA-A901-4D38-A9A3-28B4F432A81A}"/>
              </a:ext>
            </a:extLst>
          </p:cNvPr>
          <p:cNvCxnSpPr/>
          <p:nvPr/>
        </p:nvCxnSpPr>
        <p:spPr>
          <a:xfrm flipV="1">
            <a:off x="3563888" y="3714673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DD04A32C-54C7-4F14-9983-0E5E65C5EFF8}"/>
              </a:ext>
            </a:extLst>
          </p:cNvPr>
          <p:cNvCxnSpPr/>
          <p:nvPr/>
        </p:nvCxnSpPr>
        <p:spPr>
          <a:xfrm flipV="1">
            <a:off x="4283968" y="3714673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903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F9254F916046D47805269FA44C28805" ma:contentTypeVersion="12" ma:contentTypeDescription="新建文档。" ma:contentTypeScope="" ma:versionID="e5ff12e65aedb99164e94314d165af98">
  <xsd:schema xmlns:xsd="http://www.w3.org/2001/XMLSchema" xmlns:xs="http://www.w3.org/2001/XMLSchema" xmlns:p="http://schemas.microsoft.com/office/2006/metadata/properties" xmlns:ns2="25a9b192-4ffd-45fe-9f9b-78d47ef7d08b" xmlns:ns3="887e1eb4-d705-45f4-998c-aa955aed8a7f" targetNamespace="http://schemas.microsoft.com/office/2006/metadata/properties" ma:root="true" ma:fieldsID="014ccccb1c52d03478bccab81842d853" ns2:_="" ns3:_="">
    <xsd:import namespace="25a9b192-4ffd-45fe-9f9b-78d47ef7d08b"/>
    <xsd:import namespace="887e1eb4-d705-45f4-998c-aa955aed8a7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9b192-4ffd-45fe-9f9b-78d47ef7d0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上次共享用户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上次共享时间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7e1eb4-d705-45f4-998c-aa955aed8a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672698-7069-4D7D-AAD8-27A4DF8DDA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32AAF9-468E-454F-97A0-7DCF2A48F2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a9b192-4ffd-45fe-9f9b-78d47ef7d08b"/>
    <ds:schemaRef ds:uri="887e1eb4-d705-45f4-998c-aa955aed8a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81F77D-AA91-4CF5-AD14-03D7B275460B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87e1eb4-d705-45f4-998c-aa955aed8a7f"/>
    <ds:schemaRef ds:uri="25a9b192-4ffd-45fe-9f9b-78d47ef7d08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7282</TotalTime>
  <Words>16</Words>
  <Application>Microsoft Office PowerPoint</Application>
  <PresentationFormat>全屏显示(4:3)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HGP創英角ｺﾞｼｯｸUB</vt:lpstr>
      <vt:lpstr>HGS創英角ｺﾞｼｯｸUB</vt:lpstr>
      <vt:lpstr>ＭＳ Ｐゴシック</vt:lpstr>
      <vt:lpstr>宋体</vt:lpstr>
      <vt:lpstr>游ゴシック</vt:lpstr>
      <vt:lpstr>Arial</vt:lpstr>
      <vt:lpstr>Calibri</vt:lpstr>
      <vt:lpstr>Office テーマ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chen</dc:creator>
  <cp:lastModifiedBy>Guo xuhong</cp:lastModifiedBy>
  <cp:revision>383</cp:revision>
  <cp:lastPrinted>2017-04-05T09:30:00Z</cp:lastPrinted>
  <dcterms:modified xsi:type="dcterms:W3CDTF">2019-01-07T05:34:57Z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0x010100AF9254F916046D47805269FA44C28805</vt:lpwstr>
  </property>
</Properties>
</file>